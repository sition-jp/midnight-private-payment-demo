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MCP ×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60秒で始めるZKP開発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SIPO  |  Midnight Ambassador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田平茂樹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データは価値。だが共有はリスク。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CCCC"/>
                </a:solidFill>
              </a:rPr>
              <a:t>BEFORE — 従来の方法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・取引先に生データを渡す必要がある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・漏洩・二次利用リスクがある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・監査・コンプライアンスの負担が重い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・結果：データは活用されにくくなる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5544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AFTER — Midnight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・データを外部に渡す必要がない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・必要な事実だけを暗号技術で証明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・必要な情報だけ開示（選択的開示）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・規制・監査にも「証明」で対応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ゼロ知識証明（ZKP）とは？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秘密を明かさずに、その正しさを証明する技術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1463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例：鍵と錠前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鍵の形（秘密）は見せなくても、錠前を開けてみせることで「この鍵を持っている」ことを証明できる。相手には錠が開いたという事実だけが伝わり、鍵の形は一切わからない。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25603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完全性：本当なら証明できる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566160"/>
            <a:ext cx="25603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健全性：嘘は証明できない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566160"/>
            <a:ext cx="25603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ゼロ知識性：秘密は漏れない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= ZKP × 選択的開示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オンチェーンでもオフチェーンでも、プライバシーを守りながら検証できる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機密データ → Midnight（ZKP・選択的開示）→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  ・取引先（証明のみ）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  ・規制当局（必要な開示のみ）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  ・ユーザー（情報の選択のみ）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データは手元に残る。必要な事実だけが相手に届く。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従来のZKP開発の壁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・暗号数学の専門知識が必要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・ZKP回路の設計が複雑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・専用言語の学習コストが高い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・コンパイル環境の構築が面倒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・デバッグが困難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FF"/>
                </a:solidFill>
              </a:rPr>
              <a:t>→ 開発者の参入障壁が高すぎる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MCP = AIが壁を壊す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Claude / Cursor / GitHub Copilot に60秒で接続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3152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正確なCompact構文を提供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73152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AI生成コードを自動検証・修正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73152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自然言語でコントラクト生成・セキュリティ検査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29個のMidnight専用ツールがAIに直結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FF"/>
                </a:solidFill>
              </a:rPr>
              <a:t>.mcp.json に3行書くだけ。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今から、プライベート決済コントラクトを作ります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Step 1  MCPセットアップ — 60秒チャレンジ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Step 2  自然言語でコントラクト生成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Step 3  MCPコンパイル &amp; レビュー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Step 4  テストネットデプロイ &amp; 確認（任意）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MCPセットアップ — 60秒チャレンジ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.mcp.json に3行追加 → Claude Code起動 → 29ツール認識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← ここからClaude Codeの画面に切り替え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自然言語でコントラクト生成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日本語プロンプト → MCP自動処理 → Compactコード生成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← ここからClaude Codeの画面に切り替え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MCPコンパイル &amp; レビュー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ホステッドコンパイラ → 自動レビュー → エラー自動修正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← ここからClaude Codeの画面に切り替え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テストネットデプロイ &amp; 確認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Preprodデプロイ → エクスプローラーで「金額が見えない」を確認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← ここからClaude Codeの画面に切り替え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何が起きたか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暗号知識ゼロで、ZKPコントラクトが動いた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.mcp.json 3行 → 60秒でセットアップ完了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日本語で指示 → プライベート決済コントラクト生成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MCPがコンパイル → エラーも自動修正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ledger（公開）= ハッシュのみ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witness（非公開）= 金額・送金先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circuit = ZKPで正当性を証明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活用イメージ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プライベート決済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送金額・送金先を非公開に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56032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AI学習データ流通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データを手放さず品質を証明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医療データ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受診資格を記録なしで証明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56032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017520"/>
            <a:ext cx="25603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デジタル本人確認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属性だけを証明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256032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3017520"/>
            <a:ext cx="25603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投票システム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投票内容を隠し正当性を保証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56032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3017520"/>
            <a:ext cx="25603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治験データ管理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個人情報なしで妥当性証明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次のステップ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開発者の方へ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・ハンズオンマニュアル（本日配布）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・Midnight Docs: docs.midnight.network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・Compact言語リファレンス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・Midnight MCP GitHub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5544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企業の方へ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・Midnight Japanチームとの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　ミーティングをお繋ぎします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・ユースケース相談も歓迎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MCP × AI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60秒で始めるZKP開発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</a:rPr>
              <a:t>midnight.network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</a:rPr>
              <a:t>@midnight_jpn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SIPO  |  Midnight Ambassador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sipo.tokyo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ご質問・ご相談はお気軽にどうぞ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MCP × AI — 60秒で始めるZKP開発</dc:title>
  <dc:subject>PptxGenJS Presentation</dc:subject>
  <dc:creator>SIPO / 田平茂樹</dc:creator>
  <cp:lastModifiedBy>SIPO / 田平茂樹</cp:lastModifiedBy>
  <cp:revision>1</cp:revision>
  <dcterms:created xsi:type="dcterms:W3CDTF">2026-04-02T08:02:34Z</dcterms:created>
  <dcterms:modified xsi:type="dcterms:W3CDTF">2026-04-02T08:02:34Z</dcterms:modified>
</cp:coreProperties>
</file>
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ハンズオンマニュアル v2.0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Claude Code × Midnight でプライバシーコントラクトを作る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コピペだけで完成する対話型ガイド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対象: 開発者・ビジネス受講者  |  所要時間: 約60〜90分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SIPO | Midnight Ambassador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このワークショップで学ぶこと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Claude Code に Midnight MCP を接続（29種類のツール）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自然言語プロンプトからプライバシーコントラクトを生成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MCP経由でコンパイル・エラー自動修正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291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Midnight Preprodテストネットにデプロイ（オプション）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このマニュアルのプロンプトをコピペするだけで、全ステップを完了できます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ワークショップの進め方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3774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Step 1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コピペする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青いボックスの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プロンプトをコピーして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Claude Codeに貼り付け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37744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280160"/>
            <a:ext cx="23774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17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Step 2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待つ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MCPが自動で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ツールを呼び出して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処理してくれます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37744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280160"/>
            <a:ext cx="23774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Step 3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次のコピペへ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結果を確認したら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次のプロンプトを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コピペする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ダイアログが出たら: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MCP許可 → 「2. Yes, and don't ask again」を選択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ファイル保存 → 「1. Yes」を選択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ファイル編集 → 「2. Yes, allow all edits」を選択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環境準備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必要ツール チェックリスト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ツール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要件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確認コマンド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Node.js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v22以上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Claude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最新版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Compact CLI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v0.5.1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 --version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 Desktop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最新版（デプロイ時のみ）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インストール手順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ターミナルにコピペしてください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 22 インストール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840480" cy="594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node@22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Compact CLI インストール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3840480" cy="1508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--proto '=https' --tlsv1.2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-LsSf https://github.com/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midnightntwrk/compact/releases/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latest/download/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compact-installer.sh | sh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~/.zshrc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 --version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Docker Desktop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公式サイトからダウンロード: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https://docker.com/products/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docker-desktop/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※ デプロイ時のみ必要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Claude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公式サイトからダウンロード: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https://claude.ai/code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MCPセットアップ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ターミナルにコピペしてください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1: プロジェクト作成 &amp; MCP設定ファイル作成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4572000" cy="2606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midnight-workshop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midnight-workshop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.mcp.json &lt;&lt; 'EOF'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"midnight":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"midnight-mcp@latest"]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ポイント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64592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たった3行の設定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・APIキー不要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・npx経由で自動DL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・29ツールが即利用可能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次のステップ: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claude と入力して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Claude Codeを起動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2: Claude Code起動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7548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MCP接続確認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プロンプト① MCP接続確認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利用可能なMCPツールを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リストアップしてください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→ midnight- プレフィックスの29ツールが表示されれば成功！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初回は「New MCP server found」ダイアログが出ます: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MCPサーバー検出時: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</a:rPr>
              <a:t>→ 「1. Use this and all future MCP servers」を選択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MCPツール許可時: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</a:rPr>
              <a:t>→ 「2. Yes, and don't ask again」を選択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コントラクト生成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プロンプト② コントラクト生成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2057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Compact言語で、送金額と残高実値を非公開にし、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送信者と受取人の公開鍵を公開する残高更新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コントラクトを作成してください。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要件: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送金額（amount）は非公開（witness）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両者の公開鍵は disclose() して公開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残高の正当性はZKPで証明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残高不足の場合はエラー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→ 何もせず待ってください。MCPが自動で動きます。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MCPが自動実行: ① 構文リファレンス取得 → ② サンプル参照 → ③ コード生成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ファイル保存ダイアログ → 「1. Yes」を選択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コードを理解する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プロンプト③ コード解説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生成したコントラクトの構造を、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ledger・witness・circuitの3つに分けて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日本語で解説してください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以下の3層構造が解説されます: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6517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926080"/>
            <a:ext cx="265176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チェーン上に保存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balance_commitments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= ハッシュ値のみ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実際の金額は非公開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926080"/>
            <a:ext cx="26517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926080"/>
            <a:ext cx="2651760" cy="457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383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ローカル入力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local_secret_key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private_amount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private_recipient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recipient公開鍵は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disclose()で公開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26517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926080"/>
            <a:ext cx="2651760" cy="45720"/>
          </a:xfrm>
          <a:prstGeom prst="rect">
            <a:avLst/>
          </a:prstGeom>
          <a:solidFill>
            <a:srgbClr val="44FF44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F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383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処理ロジック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deposit = 公開額で更新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private_transfer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= 金額秘匿・公開鍵公開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check_balance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= 残高を公開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MCPコンパイル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プロンプト④ コンパイル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生成したコントラクトを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MCPでコンパイルしてください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</a:rPr>
              <a:t>→ 何もせず待ってください。MCPがホストコンパイラに接続します。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エラーが出ても大丈夫！MCPが自動修正します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よくあるエラーと自動修正: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1. disclose()の欠落 → ZKP証明出力にdisclose()を自動追加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2. 型の不一致 → as_bytes()による型変換を追加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3. witnessアクセスの誤り → circuit内に参照を移動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修正ダイアログ → 「1. Yes」または「2. Yes, allow all edits」を選択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コンパイル結果の確認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プロンプト⑤ 結果確認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コンパイル結果のサマリーを表示してください。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回路の数と名前も含めてください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→ 3つの回路が表示されれば成功！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回路名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種別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説明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</a:rPr>
              <a:t>公開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残高のコミットをチェーンに登録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private_transfer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</a:rPr>
              <a:t>ZKP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金額を秘匿し、両者の公開鍵を開示して残高更新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check_balance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</a:rPr>
              <a:t>公開出力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呼び出すと残高の実値を公開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任意プロンプト⑥：このコントラクトのセキュリティレビューを実施してください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テストネットデプロイ（オプション）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ターミナルにコピペしてください（Docker Desktop起動必須）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1: プロジェクト作成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8404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create-mn-app my-midnight-app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Contract → Hello World を選択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3200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2: デプロイ実行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8404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my-midnight-app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3: ウォレット作成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「1」を入力してEnter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→ ウォレットアドレスが表示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4: Faucetでトークン取得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ブラウザで: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faucet.preprod.midnight.network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アドレスを貼り付け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→ トークン受領 → 自動で進行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5: エクスプローラーで確認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https://preprod.midnightexplorer.com/ → 送金額が「非公開」になっていることを確認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コピペプロンプト一覧（まとめ）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Claude Codeに順番にコピペしてください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利用可能なMCPツールをリストアップしてください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MCP接続確認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Compact言語で...プライベート決済コントラクトを作成してください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コントラクト生成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377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生成したコントラクトの構造を...日本語で解説してください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コード理解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926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生成したコントラクトをMCPでコンパイルしてください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コンパイル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コンパイル結果のサマリーを表示してください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結果確認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このコントラクトのセキュリティレビューを実施してください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</a:rPr>
              <a:t>レビュー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詳細なプロンプト全文は Markdownマニュアル（docs/manual.md）を参照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トラブルシューティング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症状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4389120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対処法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657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MCP接続できない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45920"/>
            <a:ext cx="43891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.mcp.json の存在確認 / Node.js v22+ / 同フォルダで起動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657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コンパイル失敗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2286000"/>
            <a:ext cx="438912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286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compact --version 確認 / disclose()エラー → Part 4参照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657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Docker起動しない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926080"/>
            <a:ext cx="43891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Docker Desktopアプリ起動確認 / メモリ4GB以上推奨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657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Preprod接続不可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566160"/>
            <a:ext cx="438912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3566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ネットワーク状態確認 / 時間を置いてリトライ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主要リソース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Midnight 公式ドキュメント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Midnight MCP GitHub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github.com/Olanetsoft/midnight-mcp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Compact 言語リファレンス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docs.midnight.network/compact/reference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インストールガイド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docs.midnight.network/getting-started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Preprod Faucet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faucet.preprod.midnight.network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Preprod エクスプローラー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preprod.midnightexplorer.com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振り返りチェックリスト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.mcp.json を設置して Claude Code から Midnight MCP に接続できた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自然言語プロンプトで Compact コントラクトが生成できた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ledger / witness / circuit の役割の違いを説明できる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MCP 経由でコンパイルを実行し、エラーを自動修正できた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（オプション）Preprod テストネットにデプロイできた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すべてチェックできたらワークショップ修了です！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ハンズオンマニュアル v2.0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midnight.network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@midnight_jpn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SIPO | Midnight Ambassador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sipo.tokyo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ご質問はお気軽にどうぞ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MCP ハンズオンマニュアル v2.0</dc:title>
  <dc:subject>PptxGenJS Presentation</dc:subject>
  <dc:creator>SIPO / 田平茂樹</dc:creator>
  <cp:lastModifiedBy>SIPO / 田平茂樹</cp:lastModifiedBy>
  <cp:revision>1</cp:revision>
  <dcterms:created xsi:type="dcterms:W3CDTF">2026-08-10T02:03:11Z</dcterms:created>
  <dcterms:modified xsi:type="dcterms:W3CDTF">2026-08-10T02:03:11Z</dcterms:modified>
</cp:coreProperties>
</file>